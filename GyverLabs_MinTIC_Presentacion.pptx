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3291840" cy="3291840"/>
          </a:xfrm>
          <a:prstGeom prst="ellipse">
            <a:avLst/>
          </a:prstGeom>
          <a:solidFill>
            <a:srgbClr val="0E7C8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CONCURSO DATOS AL ECOSISTEMA 2026: IA PARA COLOMBIA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Fortalecimiento al uso de datos abiertos y la inteligencia artificial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1148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GyverLabs — Sistema Educativo Inteligente de Alerta Temprana de Deserción Escolar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seleccionado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Tecnología — Diseñar asistentes virtuales que faciliten el acceso ciudadano a datos abiertos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complejidad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210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 y 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793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Barrera (Juan David Quesada Barrera) — Desarrollador / CEO GyverLabs      ·      Katy Álvarez — Administradora de Empresas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Pablo, Sur de Bolívar, Colombia —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dentro de una apuesta nacional de datos abiertos e 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371600"/>
          </a:xfrm>
          <a:prstGeom prst="roundRect">
            <a:avLst>
              <a:gd name="adj" fmla="val 6000"/>
            </a:avLst>
          </a:prstGeom>
          <a:solidFill>
            <a:srgbClr val="0F213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8615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463040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Datos al Ecosistema 2026: IA para Colombia — Ministerio TIC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Barrera está inscrito oficialmente (certificación MinTIC del 10 de junio de 2026), en el reto de Innovación y Tecnología — Diseñar asistentes virtuales que faciliten el acceso ciudadano a datos abiertos.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presenta GyverLabs: un prototipo funcional, evaluable y reproducible, que usa inteligencia artificial y una arquitectura de integración con datos abiertos del Estado colombiano para resolver un problema social medible — la deserción escolar en instituciones educativas públicas.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8587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real, dimensionado con cifras oficiales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37947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38587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2316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aplicada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42316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entrenado, no solo una idea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0" y="37947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385876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3484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abiertos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43484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pensada para integrar el Estado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583680" y="37947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385876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465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Escalable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44652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colegio piloto a una red nacional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GyverLabs, en una idea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173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es una plataforma SaaS multi-tenant que integra IA de deserción escolar, aula virtual coordinada y contabilidad automatizada del FSE, con arquitectura de integración a datos abiertos del Estado (SIMAT, SISBEN IV, DANE, SECOP II).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804672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prototipo funcional de sistema de alerta temprana de deserción escolar, basado en IA y con arquitectura de integración a datos abiertos del Estado, que permita identificar estudiantes en riesgo con semanas de anticipación y activar una intervención oportuna.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SMART — específicos, medibles, alcanzables, relevantes y temporales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9" y="16248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36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IA verificable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1488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≥ 0,70 sobre el conjunto de validación, entrenado con un pipeline reproducible.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449" y="16248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536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documentada y funcional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92040" y="21488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routers FastAPI, instalable y verificable por el jurado en menos de 5 minutos.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9" y="331652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278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Reducir la fricción operativa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31520" y="3840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riesgo priorizado automáticamente, frente al proceso manual actual con planillas.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449" y="331652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2278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datos abiertos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892040" y="3840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documentado con SIMAT, SISBEN IV, DANE y SECOP II para una fase posterior.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Planteamiento del problema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de datos — es de que nadie los cruza a tiempo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3,5%–6%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deserción 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pública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29000" y="1965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zonas rurales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Bolívar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72200" y="1965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 Secretaría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entere de un caso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 registra la matrícula, SISBEN clasifica el hogar, y cada colegio lleva su propio registro de asistencia — pero ninguna de estas fuentes se cruza entre sí de forma sistemática y a tiempo.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0F213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3075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este proyecto busca resolver: 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calcularse un riesgo real con datos que la institución ya genera? ¿Puede una arquitectura multi-tenant servir a muchas instituciones sin infraestructura adicional? ¿Qué tan cerca puede llegar un prototipo abierto al costo de soluciones ya usadas en el sector?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de datos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corre hoy en el prototipo, y con qué se integra después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03120" cy="365760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716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3657600" cy="365760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24912" y="137160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716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3736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(seed_data.py)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17373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737360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por GyverLabs — 840 estudiantes, sin datos reales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3736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1 comando, semilla fija (42)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267712"/>
            <a:ext cx="2103120" cy="53035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267712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51760" y="2267712"/>
            <a:ext cx="3657600" cy="53035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2267712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Educación Nacional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267712"/>
            <a:ext cx="2286000" cy="53035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26771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futura — requiere convenio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798064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798064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SISBEN IV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2798064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798064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 — datos abiertos con Ley 1581/2012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2798064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798064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reconocido por MinTIC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328416"/>
            <a:ext cx="2103120" cy="53035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28416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/ MEN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51760" y="3328416"/>
            <a:ext cx="3657600" cy="53035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3328416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oficiales de deserción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3328416"/>
            <a:ext cx="2286000" cy="53035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328416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— datos.gov.co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858768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85876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 II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51760" y="3858768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24912" y="3858768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Compra Eficiente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3858768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3858768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— verificación de precios de mercado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del dataset sintético: 840 estudiantes · 50.400 registros de asistencia · 10.080 registros de notas · 42 movimientos FSE.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solución, y por qué es diferente?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8988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calcula, cada semana y por estudiante, un puntaje de riesgo a partir de datos que la institución ya recolecta, y lo entrega priorizado a quien puede actuar — junto con aula virtual y contabilidad FSE, en el mismo sistema.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2580437"/>
            <a:ext cx="279806" cy="2798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meses a la misma semana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51960" y="25146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 riesgo se detecta antes del abandono, no después.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081528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7" y="3147365"/>
            <a:ext cx="279806" cy="2798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0540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agregada para la Secretaría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251960" y="308152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colegios del municipio, en tiempo real, hoy inexistente.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648456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3714293"/>
            <a:ext cx="279806" cy="2798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21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riesgo fiscal para el rector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251960" y="3648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trazable, alineado al Decreto 4791 de 2008.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343400"/>
            <a:ext cx="8046720" cy="502920"/>
          </a:xfrm>
          <a:prstGeom prst="roundRect">
            <a:avLst>
              <a:gd name="adj" fmla="val 12727"/>
            </a:avLst>
          </a:prstGeom>
          <a:solidFill>
            <a:srgbClr val="0F2138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4343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Diferenciador: ninguna plataforma del mercado colombiano integra gestión académica, IA de deserción, aula virtual y contabilidad FSE en un solo sistema.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mercado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reales, verificables — no son cifras inventadas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7160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68880" y="1371600"/>
            <a:ext cx="4023360" cy="384048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137160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colombiano (verificado)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2103120" cy="384048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37160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556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académica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755648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75564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/ Phidias — cotización cerrada, sin precio público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175564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755648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1920240" cy="658368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414016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FSE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68880" y="2414016"/>
            <a:ext cx="4023360" cy="658368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2414016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Siigo Nube $145.993–$207.869/mes · Alegra $69.900–$279.900/mes — sin plan de cuentas del Decreto 4791/2008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2414016"/>
            <a:ext cx="2103120" cy="658368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2414016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072384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07238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predictiva de deserción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072384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3072384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oferta comercial madura para colegios públicos hoy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3072384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072384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evaluable en este repositorio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730752"/>
            <a:ext cx="1920240" cy="658368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730752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combinado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730752"/>
            <a:ext cx="4023360" cy="658368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3730752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$25.000.000 – $40.000.000 COP/año, sistemas que no hablan entre sí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730752"/>
            <a:ext cx="2103120" cy="658368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73075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$14.400.000 COP/año, todo integrado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siigo.com/precios-siigo · programascontabilidad.com (precios verificados, abril 2026).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— CRISP-DM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fases estándar de la industria, aplicadas a este proyecto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508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749" y="157916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Negocio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objetivo y criterio de éxito definidos (AUC ≥ 0,70).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1508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15791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Datos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2900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reales y abiertas identificadas; dataset sintético como proxy.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63740" y="1508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149" y="157916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Preparación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7220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variables por estudiante (ml/features.py).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864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577340" y="31089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749" y="317936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Modelado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5800" y="3959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validación 75/25, semilla fija.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29184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20540" y="31089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949" y="317936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8328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Evaluación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429000" y="3959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accuracy, precisión, recall reales.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63740" y="31089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149" y="317936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2648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Despliegue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172200" y="3959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dashboard en vivo; hoja de ruta a 12 meses.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tecnología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Multi-tenant: un mismo backend, N instituciones aisladas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4401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533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834640" y="1325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SQLAlchemy — API REST documentada (OpenAPI/Swagger)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299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09854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834640" y="198424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 evaluación (cero dependencias) · PostgreSQL multi-schema en producción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6883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75691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670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IA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834640" y="264261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para el Score de Riesgo · hoja de ruta: Transformers (agente conversacional) y LSTM (series de tiempo)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41528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3284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834640" y="330098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con datos en vivo + respaldo local — sin punto único de falla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0F2138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37947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despliegue sirve a N instituciones con datos lógicamente aislados — sin infraestructura adicional por colegio. El diagrama completo de arquitectura está documentado en docs/ARQUITECTURA.md del repositorio.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con los criterios del jurado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aborda este proyecto cada criterio oficial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5303520" cy="365760"/>
          </a:xfrm>
          <a:prstGeom prst="rect">
            <a:avLst/>
          </a:prstGeom>
          <a:solidFill>
            <a:srgbClr val="0F213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aborda GyverLabs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7432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creatividad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53035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37360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integra deserción, continuidad educativa y transparencia fiscal del FSE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2743200" cy="48463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2199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datos abiertos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221992"/>
            <a:ext cx="5303520" cy="48463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221992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integración con SIMAT, SISBEN IV, DANE y SECOP II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06624"/>
            <a:ext cx="27432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06624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técnico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706624"/>
            <a:ext cx="53035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706624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real entrenado y evaluado, pruebas automatizadas, CI/CD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91256"/>
            <a:ext cx="2743200" cy="48463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91256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emergentes de 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91256"/>
            <a:ext cx="5303520" cy="48463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91256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hoy; Transformers y LSTM en la hoja de ruta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75888"/>
            <a:ext cx="27432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75888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y escalabilidad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675888"/>
            <a:ext cx="53035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675888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multi-tenant: 1 despliegue, N instituciones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2743200" cy="48463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60520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usabilidad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4160520"/>
            <a:ext cx="5303520" cy="484632"/>
          </a:xfrm>
          <a:prstGeom prst="rect">
            <a:avLst/>
          </a:prstGeom>
          <a:solidFill>
            <a:srgbClr val="F5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160520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con mapa de calor, ranking y detalle accionable en un clic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y demostración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100% local — control de riesgo técnico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1391717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075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337560" y="1280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de riesgo por grado y KPIs, calculados en vivo.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4767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7" y="201350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9293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accionable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37560" y="190195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un estudiante → factores del riesgo → protocolo de intervención.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56946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26353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5511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técnica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337560" y="252374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en vivo a /srd/ranking en la documentación Swagger — datos reales, no estáticos.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383280"/>
            <a:ext cx="804672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3520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 oro — control de riesgo técnico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2960" y="38404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100% local, sin depender de internet  ·  Datos sintéticos estables, nunca datos reales  ·  Segundo computador de respaldo  ·  Dashboard con datos de respaldo si el backend falla  ·  Video de la demo grabado con anticipación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cuantitativos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reales del modelo — reproducibles con un comando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0,729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3716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210 estudiantes de prueba (holdout 25% de 840, entrenado con 630) — ver backend/ml/metrics_demo.json.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83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con mayor importancia (gain)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Promedio académico actual   2. Ausentismo concentrado los lunes   3. Tendencia de notas   4. Asistencia global   5. Asistencia de las últimas 4 semanas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Entregables, transparencia y límites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entrega, cómo se verifica, y lo que aún falta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backend + frontend + modelo entrenado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424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documentada (Swagger)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6829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322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institucional funcional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5234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2706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técnico + esta presentación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3639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oficial de inscripción MinTIC</a:t>
            </a:r>
            <a:endParaRPr lang="en-US" sz="950" dirty="0"/>
          </a:p>
        </p:txBody>
      </p:sp>
      <p:sp>
        <p:nvSpPr>
          <p:cNvPr id="15" name="Text 8"/>
          <p:cNvSpPr/>
          <p:nvPr/>
        </p:nvSpPr>
        <p:spPr>
          <a:xfrm>
            <a:off x="466344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honestos de la solución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60020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sintéticos hoy; integración real requiere convenio institucional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05740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demo simplificado (7 variables vs. ~30 en producción)</a:t>
            </a:r>
            <a:endParaRPr lang="en-US" sz="9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251460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9377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vivo requieren conectividad (mitigado con modo offline)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2971800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depende de un piloto formal con una Secretaría</a:t>
            </a:r>
            <a:endParaRPr lang="en-US" sz="950" dirty="0"/>
          </a:p>
        </p:txBody>
      </p:sp>
      <p:sp>
        <p:nvSpPr>
          <p:cNvPr id="24" name="Shape 13"/>
          <p:cNvSpPr/>
          <p:nvPr/>
        </p:nvSpPr>
        <p:spPr>
          <a:xfrm>
            <a:off x="548640" y="393192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0F2138"/>
          </a:solidFill>
          <a:ln/>
        </p:spPr>
      </p:sp>
      <p:sp>
        <p:nvSpPr>
          <p:cNvPr id="25" name="Text 14"/>
          <p:cNvSpPr/>
          <p:nvPr/>
        </p:nvSpPr>
        <p:spPr>
          <a:xfrm>
            <a:off x="822960" y="3931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total: pipeline con semilla fija, pruebas automatizadas (pytest, 6/6 exitosas) e integración continua (GitHub Actions) — el jurado puede clonar y correr el mismo resultado.</a:t>
            </a:r>
            <a:endParaRPr lang="en-US" sz="1050" dirty="0"/>
          </a:p>
        </p:txBody>
      </p:sp>
      <p:sp>
        <p:nvSpPr>
          <p:cNvPr id="26" name="Text 15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7" name="Text 1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914400"/>
            <a:ext cx="2743200" cy="274320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esperado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económico y ambiental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6324F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16459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74193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educativa en zonas rurales; datos de menores protegidos bajo la Ley 1581 de 2012.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6324F"/>
          </a:solidFill>
          <a:ln/>
        </p:spPr>
      </p:sp>
      <p:sp>
        <p:nvSpPr>
          <p:cNvPr id="11" name="Shape 8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74193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Económico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1188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costo total que contratar módulos por separado; retención de matrícula y recursos SGP (Ley 715/2001).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6324F"/>
          </a:solidFill>
          <a:ln/>
        </p:spPr>
      </p:sp>
      <p:sp>
        <p:nvSpPr>
          <p:cNvPr id="16" name="Shape 12"/>
          <p:cNvSpPr/>
          <p:nvPr/>
        </p:nvSpPr>
        <p:spPr>
          <a:xfrm>
            <a:off x="7200900" y="16459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74193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Ambiental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4652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papel en asistencia y boletines; menos desplazamientos físicos en zonas rurales dispersas.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49011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108960" cy="310896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San Pablo, Bolívar, para toda Colombia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prototipo evaluable hoy, con hoja de ruta a una red nacional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jurado — código, demo y documentación disponibles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formal con al menos una institución educativa pública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institucional para integración real con SIMAT y SISBEN IV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33756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departamental y, después, nacional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— David Barrera (Desarrollador) · Katy Álvarez (Administradora de Empresas)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5537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Pablo, Bolívar — Colombia  ·  Concurso Datos al Ecosistema 2026, MinTIC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GyverLabs — Concurso Datos al Ecosistema 2026, MinTIC</dc:title>
  <dc:subject>PptxGenJS Presentation</dc:subject>
  <dc:creator>GyverLabs</dc:creator>
  <cp:lastModifiedBy>GyverLabs</cp:lastModifiedBy>
  <cp:revision>1</cp:revision>
  <dcterms:created xsi:type="dcterms:W3CDTF">2026-07-15T17:29:34Z</dcterms:created>
  <dcterms:modified xsi:type="dcterms:W3CDTF">2026-07-15T17:29:34Z</dcterms:modified>
</cp:coreProperties>
</file>